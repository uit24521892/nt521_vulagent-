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Gioi thieu nhom. Muc tieu: phan tich lo hong tran stack theo mach source-&gt;sink-&gt;guard, demo CTF ret2win va mot CVE that (glibc CVE-2015-7547).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Nhap chuoi qua dai. Nhan manh: loi o ngon ngu khong kiem tra bien tu dong.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do chi minh hoa. Khoang cach buf -&gt; return address do bang gdb o phan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Trich dinh nghia MITRE nguyen van khi noi. NVD gan 119, ban chat la 121 (con cua 119) — khong tu sua nhan.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Chinh dong chu binary in: "fit 56 bytes into 32 bytes of stack buffer". Chi ro read va buffer trong disassembly.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la "ret-to-function", khong shellcode. Ret gadget giai thich o slide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 ro chay trong VM emulate; day la mot gioi han (slide dieu kien &amp; gioi han).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Phan biet muc bang chung: day la "da doi luong thuc thi", CHUA phai "dat muc tieu" (flag chua in vi system crash).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 chuyen 2 buoc (control -&gt; align -&gt; flag) la diem nhan. Co phuong an anh/video du phong neu demo truc tiep 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Nhan: NVD gan 119, ban chat ky thuat la 121 — khong tu sua nhan NVD.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he ro voi phan demo de nguoi nghe thay cung mot ban chat CWE-121.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 chieu ma loi vs ma sua trong notes/bai_tap_3_doan_ma.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Thanh that ve dieu chua kiem chung (ASLR duoi emulation).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y ket luan ngan, khong phong dai. Ghi nguon da tra 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CWE-121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Stack-based Buffer Overflow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bo dem tren stack — tu ghi vuot den dieu khien luong thuc thi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seminar S01  ·  NT521 — Lap trinh khai thac lo hong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Nhom 3:  [CHUA CHOT: A, B, C]        ·        Ngay: [CHUA CHOT]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1 — Gioi thieu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hong tran bo dem tren stack la gi?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= vung nho co dinh; tren stack la bien cuc bo (vd char buf[64])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= ghi NHIEU HON suc chua -&gt; de du lieu nam ke ben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lieu vao tu: nguoi dung, tep, mang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gap: C/C++, dich vu mang, thu vien he thong, firmware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dong: tu crash -&gt; chiem quyen dieu khien luong thuc thi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du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31720"/>
            <a:ext cx="3657600" cy="868680"/>
          </a:xfrm>
          <a:prstGeom prst="rect">
            <a:avLst/>
          </a:prstGeom>
          <a:solidFill>
            <a:srgbClr val="0F141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buf[64];
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read(0, buf, 200);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200 byte vao cho chi chua 64 byte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ghi vuot 136 byte, de len du lieu stack ke ben.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2 — Nguyen 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Nguyen ly, dieu kien va dang pho bien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tu buf di len dia chi cao -&gt; cham saved rbp -&gt; dia chi tra ve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 kien: (a) input toi duoc sink; (b) ghi khong gioi han theo kich thuoc dich; (c) buffer tren stack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pho bien: strcpy/gets/scanf("%s"); read(fd,buf,n) voi n lon; off-by-one; tinh sai do dai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biet: CRASH ≠ dieu khien duoc luong thuc thi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07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chi CAO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0" y="1600200"/>
            <a:ext cx="3108960" cy="640080"/>
          </a:xfrm>
          <a:prstGeom prst="rect">
            <a:avLst/>
          </a:prstGeom>
          <a:solidFill>
            <a:srgbClr val="8A94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frame caller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0" y="2240280"/>
            <a:ext cx="3108960" cy="640080"/>
          </a:xfrm>
          <a:prstGeom prst="rect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chi tra 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880360"/>
            <a:ext cx="3108960" cy="640080"/>
          </a:xfrm>
          <a:prstGeom prst="rect">
            <a:avLst/>
          </a:prstGeom>
          <a:solidFill>
            <a:srgbClr val="2A6F9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rbp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3520440"/>
            <a:ext cx="3108960" cy="640080"/>
          </a:xfrm>
          <a:prstGeom prst="rect">
            <a:avLst/>
          </a:prstGeom>
          <a:solidFill>
            <a:srgbClr val="3E47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buf[63] ... buf[0]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chi THAP  ·  ghi bat dau tu buf di len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do minh hoa — offset that phai do tren binary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3 — CWE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CWE-121 va quan he ho hang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0" cy="685800"/>
          </a:xfrm>
          <a:prstGeom prst="roundRect">
            <a:avLst>
              <a:gd name="adj" fmla="val 8000"/>
            </a:avLst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CWE-119  —  Thao tac vuot bien buffer (rong)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5603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2A6F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560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CWE-787  —  Out-of-bounds Write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352044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35204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CWE-121  —  Stack-based Buffer Overflow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chu de S01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60020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≠ CVE</a:t>
            </a:r>
            <a:endParaRPr lang="en-US" sz="14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= LOAI yeu diem (vd CWE-121)</a:t>
            </a:r>
            <a:endParaRPr lang="en-US" sz="14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= MOT lo hong cu the trong san pham cu the (vd CVE-2015-7547)</a:t>
            </a:r>
            <a:endParaRPr lang="en-US" sz="14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 y that: NVD gan CVE-2015-7547 la CWE-119 (muc cha), ban chat ky thuat la 121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4 — Vi tri &amp; nguyen nhan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tri &amp; nguyen nhan trong binary ret2win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ret2win (ROP Emporium, x86-64, not stripped)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checksec: No canary · NX enabled · No PIE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pwnme (0x4006e8): read(0, buf, 0x38=56) vao buffer 32 byte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doc 56 byte vao cho chua 32 byte -&gt; ghi vuot 24 byte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dich ret2win = 0x400756 (goi system("/bin/cat flag.txt"))</a:t>
            </a:r>
            <a:endParaRPr lang="en-US" sz="1500" dirty="0"/>
          </a:p>
        </p:txBody>
      </p:sp>
      <p:pic>
        <p:nvPicPr>
          <p:cNvPr id="5" name="Image 0" descr="/Users/macos/UIT/NT521/project_521/seminar_S01/evidence/03_sink_va_bu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99060"/>
            <a:ext cx="5577840" cy="4465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699060"/>
            <a:ext cx="5577840" cy="44657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5 — Chuoi khai thac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Chuoi khai thac (5 buoc)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input dai hon buffer (56 byte)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500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tran qua 32B buffer + 8B saved rbp -&gt; toi dia chi tra 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9981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= 40 byte; ghi de bang dia chi ret2win = 0x400756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84962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ket thuc -&gt; lenh ret nhay toi ret2win()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994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ret2win() goi system("/bin/cat flag.txt") -&gt; in flag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7373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286000"/>
            <a:ext cx="3154680" cy="1188720"/>
          </a:xfrm>
          <a:prstGeom prst="rect">
            <a:avLst/>
          </a:prstGeom>
          <a:solidFill>
            <a:srgbClr val="0F1419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b'A'*40
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p64(0x400770)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 gadget
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p64(0x400756)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ret2win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611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PIE -&gt; dia chi co dinh.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khong can vi nhay toi ham co san.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7 —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kiem tra binary &amp; chay binh thuong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-m · file · checksec</a:t>
            </a:r>
            <a:endParaRPr lang="en-US" sz="1300" dirty="0"/>
          </a:p>
        </p:txBody>
      </p:sp>
      <p:pic>
        <p:nvPicPr>
          <p:cNvPr id="5" name="Image 0" descr="/Users/macos/UIT/NT521/project_521/seminar_S01/evidence/01_kiem_tra_bi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7522"/>
            <a:ext cx="5577840" cy="2502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57522"/>
            <a:ext cx="5577840" cy="25028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Chay input ngan -&gt; thoat binh thuong</a:t>
            </a:r>
            <a:endParaRPr lang="en-US" sz="1300" dirty="0"/>
          </a:p>
        </p:txBody>
      </p:sp>
      <p:pic>
        <p:nvPicPr>
          <p:cNvPr id="8" name="Image 1" descr="/Users/macos/UIT/NT521/project_521/seminar_S01/evidence/02_chay_binh_t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0437"/>
            <a:ext cx="5486400" cy="21570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2030437"/>
            <a:ext cx="5486400" cy="215704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truong: Kali amd64 tren UTM (Emulate) — duoc phep, co lap, an toan.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7 —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dieu khien dia chi tra ve</a:t>
            </a:r>
            <a:endParaRPr lang="en-US" sz="3200" dirty="0"/>
          </a:p>
        </p:txBody>
      </p:sp>
      <p:pic>
        <p:nvPicPr>
          <p:cNvPr id="4" name="Image 0" descr="/Users/macos/UIT/NT521/project_521/seminar_S01/evidence/04_debugger_truoc_s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1476"/>
            <a:ext cx="6400800" cy="4340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61476"/>
            <a:ext cx="6400800" cy="434088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737360"/>
            <a:ext cx="4663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chay dau: payload A*40 + ret2win (chua can le)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"Well done! Here's your flag:" -&gt; da nhay vao ret2win()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SIGSEGV trong system() (stack lech 16 byte)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 chung: chay code cua ret2win = DA DIEU KHIEN return address, manh hon chi "crash"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7 —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 muc tieu challenge — in flag</a:t>
            </a:r>
            <a:endParaRPr lang="en-US" sz="3200" dirty="0"/>
          </a:p>
        </p:txBody>
      </p:sp>
      <p:pic>
        <p:nvPicPr>
          <p:cNvPr id="4" name="Image 0" descr="/Users/macos/UIT/NT521/project_521/seminar_S01/evidence/05_ket_qua_challe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9502"/>
            <a:ext cx="6675120" cy="35048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79502"/>
            <a:ext cx="6675120" cy="350483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06640" y="173736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2: them ret gadget 0x400770 can le stack 16 byte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0 -&gt; in ROPE{a_placeholder_32byte_flag!}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sao can ret gadget: system() dung movaps doi stack boi so 16; mot ret day stack lech 8 byte cho khop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chay lai &gt;= 2 lan on dinh (exit 0)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6 — CVE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 that: CVE-2015-7547 (glibc getaddrinfo)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pham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glibc (getaddrinfo) — anh huong RHEL 6/7, Debian/Ubuntu/SUSE...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Phien ban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– 2.22, va tu 2.23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CWE (NVD)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CWE-119 (ban chat la 121, con cua 119)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6.8  /  v3.0 8.1 (High)  ·  Red Hat: 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lieu doi phuong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 hoi DNS tao rieng (DNS doc hai / MITM)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Khac phuc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glibc &gt;= 2.23; workaround han che; tat IPv6 vo 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nghien cuu &amp; trinh bay — khong tai hien khai thac.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6 — CVE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CVE-2015-7547 — co che &amp; khac phuc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498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getaddrinfo() truy van song song A (IPv4) + AAAA (IPv6)</a:t>
            </a:r>
            <a:endParaRPr lang="en-US" sz="155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2048 byte cap bang alloca() tren stack</a:t>
            </a:r>
            <a:endParaRPr lang="en-US" sz="155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Loi: sai dong bo con tro/kich thuoc o phan hoi thu hai -&gt; ghi toi ~63 KB du lieu doi phuong</a:t>
            </a:r>
            <a:endParaRPr lang="en-US" sz="155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lieu doi phuong: phan hoi DNS tao rieng (DNS doc hai / ke chen giua)</a:t>
            </a:r>
            <a:endParaRPr lang="en-US" sz="155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Khac phuc: va glibc &gt;= 2.23; workaround (gioi han TCP &lt;=1023B) han che; TAT IPv6 vo dung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BEAEC"/>
          </a:solidFill>
          <a:ln w="12700">
            <a:solidFill>
              <a:srgbClr val="F3C6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voi ret2win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2331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Giong: deu ghi VUOT buffer tren stack.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Nguon du lieu = mang (DNS), khong phai argv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Loi o quan ly con tro/kich thuoc, khong phai strcpy don gian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8 — Khac phuc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Khac phuc &amp; phong ngua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 re: gioi han ghi theo kich thuoc dich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snprintf / fgets / kiem tra do dai (xem bai tap 3 doan ma)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Kiem thu: AddressSanitizer, fuzzing, SAST</a:t>
            </a:r>
            <a:endParaRPr lang="en-US" sz="1500" dirty="0"/>
          </a:p>
          <a:p>
            <a:pPr algn="l"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lop bao ve giam kha nang khai thac, KHONG xoa loi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7373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12801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 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ret2win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canary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Phat hien ghi tran toi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khong thuc thi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ASLR / PIE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Ngau nhien hoa dia chi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4572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tan goc = gioi han ghi theo kich thuoc dich.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0" y="475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9 — Dieu kien &amp; gioi han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Dieu kien &amp; gioi han (noi dung da/chua xac nhan)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 muc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Trang thai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toi sink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xac nhan (demo)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do tren binary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xac nhan = 40 (buffer 32 + rbp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Dieu khien dia chi tra 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xac nhan (anh 04: "Well done" roi SIGSEGV)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 muc tieu (in flag)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xac nhan (anh 05: exit 0, ra flag)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ASLR luc chay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sat duoi EMULATION — khong dai dien may that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CVE: tu tai hien khai thac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lam (chi nghien cuu)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10 — Ket luan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 luan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stack: ghi vuot buffer -&gt; de dia chi tra ve -&gt; doi luong thuc thi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chung minh tren ret2win (dat muc tieu); CVE-2015-7547 cho thay tac dong that quy mo lon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ngua: gioi han ghi + cac lop bao ve (canary/NX/ASLR/PIE)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lieu: MITRE CWE-121/787/119 · ROP Emporium ret2win · NVD / Red Hat / Google (CVE-2015-7547) · GCC stack protector · Clang ASan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nguon/URL tren slide can duoc tra lai truoc khi trinh bay.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S01 - Stack-based Buffer Overflow</dc:title>
  <dc:subject>PptxGenJS Presentation</dc:subject>
  <dc:creator>Nhom 3 - NT521</dc:creator>
  <cp:lastModifiedBy>Nhom 3 - NT521</cp:lastModifiedBy>
  <cp:revision>1</cp:revision>
  <dcterms:created xsi:type="dcterms:W3CDTF">2026-10-12T00:42:16Z</dcterms:created>
  <dcterms:modified xsi:type="dcterms:W3CDTF">2026-10-12T00:42:16Z</dcterms:modified>
</cp:coreProperties>
</file>